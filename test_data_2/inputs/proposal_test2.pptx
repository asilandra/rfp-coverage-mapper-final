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the proposal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firm capabilities and security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Reflecting the current operational context of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High-level methodology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Detailing the discovery phase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Focusing on data-driven analysis of outpatient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design focus for patient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Workforce model design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Leadership structure for the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 building for the nursing workforce.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Outlining the final outputs of the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timeline and communication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Introducing the project team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and contractual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Demonstrating firm credibility and benchmarking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and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Patient Experience and Clinical Operations Transformation: proposal to Falaj Health Partners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Submitted by Tessera Advisory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Tessera Advisory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We are a boutique firm focused on high-impact operational change.</a:t>
            </a:r>
          </a:p>
          <a:p>
            <a:r>
              <a:rPr sz="1800"/>
              <a:t>Our firm maintains ISO 27001 certification for information security.</a:t>
            </a:r>
          </a:p>
          <a:p>
            <a:r>
              <a:rPr sz="1800"/>
              <a:t>Protecting data entrusted to us is one of our core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Falaj Health Partners faces increasing pressure from rising patient expectations.</a:t>
            </a:r>
          </a:p>
          <a:p>
            <a:r>
              <a:rPr sz="1800"/>
              <a:t>Facility density currently exceeds optimal capacity levels.</a:t>
            </a:r>
          </a:p>
          <a:p>
            <a:r>
              <a:rPr sz="1800"/>
              <a:t>Staff shortages are impacting service consistency across the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Listen: We capture deep insights from stakeholders and patients.</a:t>
            </a:r>
          </a:p>
          <a:p>
            <a:r>
              <a:rPr sz="1800"/>
              <a:t>Measure: We validate performance gaps using rigorous data analysis.</a:t>
            </a:r>
          </a:p>
          <a:p>
            <a:r>
              <a:rPr sz="1800"/>
              <a:t>Design: We architect modern solutions for patient and staff experience.</a:t>
            </a:r>
          </a:p>
          <a:p>
            <a:r>
              <a:rPr sz="1800"/>
              <a:t>Mobilise: We support the transition to new operating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Listen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Map end-to-end care pathways across all sixteen facilities.</a:t>
            </a:r>
          </a:p>
          <a:p>
            <a:r>
              <a:rPr sz="1800"/>
              <a:t>Conduct sixty-plus sessions gathering feedback from patients and staff.</a:t>
            </a:r>
          </a:p>
          <a:p>
            <a:r>
              <a:rPr sz="1800"/>
              <a:t>Identify friction points within clinical and operational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Examine appointment delays for all outpatient services.</a:t>
            </a:r>
          </a:p>
          <a:p>
            <a:r>
              <a:rPr sz="1800"/>
              <a:t>Quantify queue lengths using two years of historical records.</a:t>
            </a:r>
          </a:p>
          <a:p>
            <a:r>
              <a:rPr sz="1800"/>
              <a:t>Provide a baseline of operational throughput for outpatient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Design the digital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Develop requirements for a seamless online appointment booking platform.</a:t>
            </a:r>
          </a:p>
          <a:p>
            <a:r>
              <a:rPr sz="1800"/>
              <a:t>Create a patient mobile app to enhance service interaction.</a:t>
            </a:r>
          </a:p>
          <a:p>
            <a:r>
              <a:rPr sz="1800"/>
              <a:t>Simplify access to care via digital touchpoints.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Design the workforce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Engineer a robust system for managing clinical staff rotations.</a:t>
            </a:r>
          </a:p>
          <a:p>
            <a:r>
              <a:rPr sz="1800"/>
              <a:t>Align shift patterns to forecasted patient demand volumes.</a:t>
            </a:r>
          </a:p>
          <a:p>
            <a:r>
              <a:rPr sz="1800"/>
              <a:t>Improve workforce distribution to ensure coverage across facilities.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Establish an executive steering board for high-level oversight.</a:t>
            </a:r>
          </a:p>
          <a:p>
            <a:r>
              <a:rPr sz="1800"/>
              <a:t>Review performance indicators through monthly leadership meetings.</a:t>
            </a:r>
          </a:p>
          <a:p>
            <a:r>
              <a:rPr sz="1800"/>
              <a:t>Ensure alignment on a balanced scorecard of success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Launch a dedicated training academy for nursing staff.</a:t>
            </a:r>
          </a:p>
          <a:p>
            <a:r>
              <a:rPr sz="1800"/>
              <a:t>Deliver targeted skill development at the four primary hospitals.</a:t>
            </a:r>
          </a:p>
          <a:p>
            <a:r>
              <a:rPr sz="1800"/>
              <a:t>Empower nursing teams with advanced operational knowledge.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receive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Comprehensive baseline report on patient experience and operations.</a:t>
            </a:r>
          </a:p>
          <a:p>
            <a:r>
              <a:rPr sz="1800"/>
              <a:t>Prioritized sequence of initiatives for future implementation.</a:t>
            </a:r>
          </a:p>
          <a:p>
            <a:r>
              <a:rPr sz="1800"/>
              <a:t>Live performance cockpit transferred to your internal technology team.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r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Highlights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Pathway mapping and feedback sessions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6-10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analysis and mid-programme readout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11-16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Digital and workforce model creation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17-20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Mobilise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Execution support and final handover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total engagement duration is 20 weeks. | Mid-programme readout of results occurs in week 10. | Status updates provided every Thursday to the executive sponsor.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Lead Partner: Strategic oversight and executive alignment.</a:t>
            </a:r>
          </a:p>
          <a:p>
            <a:r>
              <a:rPr sz="1800"/>
              <a:t>Clinical Advisor: Former hospital CMO with 15 years experience.</a:t>
            </a:r>
          </a:p>
          <a:p>
            <a:r>
              <a:rPr sz="1800"/>
              <a:t>Transformation Lead: Expert in operational efficiency and systems.</a:t>
            </a:r>
          </a:p>
          <a:p>
            <a:r>
              <a:rPr sz="1800"/>
              <a:t>Experience Architect: Specialist in digital patient interactions.</a:t>
            </a:r>
          </a:p>
          <a:p>
            <a:r>
              <a:rPr sz="1800"/>
              <a:t>Analyst: Data science lead fluent in English and Arabic.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Proposed fixed fee covers the total scope of engagement.</a:t>
            </a:r>
          </a:p>
          <a:p>
            <a:r>
              <a:rPr sz="1800"/>
              <a:t>Payment schedule aligned to defined milestones.</a:t>
            </a:r>
          </a:p>
          <a:p>
            <a:r>
              <a:rPr sz="1800"/>
              <a:t>Invoices are payable within 30 days of contract award.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Client references are available upon request.</a:t>
            </a:r>
          </a:p>
          <a:p>
            <a:r>
              <a:rPr sz="1800"/>
              <a:t>Proprietary benchmarking database covers 200+ hospitals globally.</a:t>
            </a:r>
          </a:p>
          <a:p>
            <a:r>
              <a:rPr sz="1800"/>
              <a:t>Our firm maintains a library of successful healthcare transformations.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Tessera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Deep expertise in healthcare operations and patient experience.</a:t>
            </a:r>
          </a:p>
          <a:p>
            <a:r>
              <a:rPr sz="1800"/>
              <a:t>Proven methodology tailored to facility-wide transformation.</a:t>
            </a:r>
          </a:p>
          <a:p>
            <a:r>
              <a:rPr sz="1800"/>
              <a:t>Collaborative approach ensuring internal team ownership.</a:t>
            </a:r>
          </a:p>
          <a:p>
            <a:r>
              <a:rPr sz="1800"/>
              <a:t>We invite you to a follow-up meeting next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