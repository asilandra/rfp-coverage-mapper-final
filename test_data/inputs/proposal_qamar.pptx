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Qamar Logistics team and introduce the purpose of today's proposal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our core values of integrity and responsible conduct as the bedrock of our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Reflect back Qamar's current market pressures and infrastructural hurdles.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sequential phases of our methodology without getting into timeline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our dual focus on operational division readiness and core technical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we generate, evaluate, and financialize prospective AI 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structural governance and phased roadmap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empirical testing through rapid prototyping before broad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capability building at this stage focuses strictly on senior leadership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tangible outputs and executive-level deliverables from our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high-level timeline and critical milestone review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senior leadership team assigned to deliver the Qamar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commercial terms, fixed phase pricing, and payment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context on our proven track record with external clients in similar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our key differentiators and a call to action for the next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Transformation Strategy &amp;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Proposal to Qamar Logistics Group</a:t>
            </a:r>
          </a:p>
          <a:p>
            <a:r>
              <a:t>Submitted by Meridian Advisory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Meridian Advisory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We are a specialized consultancy focused on emerging technology strategies and operational excellence.</a:t>
            </a:r>
          </a:p>
          <a:p>
            <a:r>
              <a:rPr sz="1800"/>
              <a:t>Our firm's foundation rests on unwavering integrity and absolute ethical standards.</a:t>
            </a:r>
          </a:p>
          <a:p>
            <a:r>
              <a:rPr sz="1800"/>
              <a:t>We champion responsible conduct in every professional interaction and internal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understanding of your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Qamar Logistics faces rapid regional expansion across multiple transport and trade corridors.</a:t>
            </a:r>
          </a:p>
          <a:p>
            <a:r>
              <a:rPr sz="1800"/>
              <a:t>Intense competition from agile, digital-first logistics players is compressing traditional margins.</a:t>
            </a:r>
          </a:p>
          <a:p>
            <a:r>
              <a:rPr sz="1800"/>
              <a:t>Operations rely heavily on fragmented legacy systems that hinder centralized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Diagnose: Assess current capabilities and technical baselines.</a:t>
            </a:r>
          </a:p>
          <a:p>
            <a:r>
              <a:rPr sz="1800"/>
              <a:t>Discover: Identify and evaluate prospective high-value opportunities.</a:t>
            </a:r>
          </a:p>
          <a:p>
            <a:r>
              <a:rPr sz="1800"/>
              <a:t>Design: Architect the operating structures and long-term trajectory.</a:t>
            </a:r>
          </a:p>
          <a:p>
            <a:r>
              <a:rPr sz="1800"/>
              <a:t>Deliver: Build rapid prototypes to test viability in the 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1 - Diagnose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Evaluate readiness baselines across Ports, Freight, Warehousing, Customs Brokerage, and Corporate Services.</a:t>
            </a:r>
          </a:p>
          <a:p>
            <a:r>
              <a:rPr sz="1800"/>
              <a:t>Conduct stakeholder interviews and execute a structured capability scorecard across divisions.</a:t>
            </a:r>
          </a:p>
          <a:p>
            <a:r>
              <a:rPr sz="1800"/>
              <a:t>Audit technical data platforms, cloud infrastructure, and existing system integration frameworks.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2 - Discover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Build a comprehensive long-list of 25+ AI opportunities spanning the entire enterprise footprint.</a:t>
            </a:r>
          </a:p>
          <a:p>
            <a:r>
              <a:rPr sz="1800"/>
              <a:t>Score each opportunity rigorously based on business value versus ease of implementation.</a:t>
            </a:r>
          </a:p>
          <a:p>
            <a:r>
              <a:rPr sz="1800"/>
              <a:t>Size each AI play with an indicative EBITDA uplift model to prioritize high-impact initiatives.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3 -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Architect a centralized AI hub and define new technical roles like AI product owners and machine learning engineers.</a:t>
            </a:r>
          </a:p>
          <a:p>
            <a:r>
              <a:rPr sz="1800"/>
              <a:t>Establish clear decision-making rights and accountability frameworks for enterprise artificial intelligence.</a:t>
            </a:r>
          </a:p>
          <a:p>
            <a:r>
              <a:rPr sz="1800"/>
              <a:t>Develop a sequenced three-year roadmap structured into distinct execution waves.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4 -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Construct two rapid minimum viable products targeting the highest-ranked operational opportunities.</a:t>
            </a:r>
          </a:p>
          <a:p>
            <a:r>
              <a:rPr sz="1800"/>
              <a:t>Deploy prototypes with real frontline users to evaluate operational utility and user adoption.</a:t>
            </a:r>
          </a:p>
          <a:p>
            <a:r>
              <a:rPr sz="1800"/>
              <a:t>Deliver a definitive go/no-go recommendation for full-scale enterprise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Design and execute tailored AI awareness workshops exclusively for the senior leadership team.</a:t>
            </a:r>
          </a:p>
          <a:p>
            <a:r>
              <a:rPr sz="1800"/>
              <a:t>Align executive stakeholders on strategic priorities, risks, and artificial intelligence opportunities.</a:t>
            </a:r>
          </a:p>
          <a:p>
            <a:r>
              <a:rPr sz="1800"/>
              <a:t>Foster executive fluency to ensure informed sponsorship of future technical initiatives.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receive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 comprehensive baseline diagnostic report detailing today's operational and technical position.</a:t>
            </a:r>
          </a:p>
          <a:p>
            <a:r>
              <a:rPr sz="1800"/>
              <a:t>A fully ranked opportunity portfolio complete with EBITDA impact sizing.</a:t>
            </a:r>
          </a:p>
          <a:p>
            <a:r>
              <a:rPr sz="1800"/>
              <a:t>A final strategic presentation and executive briefing session with the Executive 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r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activities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Weeks 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Diagnose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Readiness assessment, stakeholder interviews, technical data audit.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Weeks 5-8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Opportunity ideation, scoring matrix development, EBITDA sizing.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Weeks 9-13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Hub design, role definitions, 3-year wave roadmap creation.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Weeks 14-16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MVP development, user testing, scaling recommendations.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Structured 16-week engagement plan designed for rapid insight generation and strategic delivery. | Includes a formal mid-point checkpoint with leadership sponsors in week 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Tariq Al-Hashemi (Partner) - Engagement Lead with 18 years in logistics technology advisory.</a:t>
            </a:r>
          </a:p>
          <a:p>
            <a:r>
              <a:rPr sz="1800"/>
              <a:t>Dr. Elena Vance (Director) - AI Strategy &amp; Analytics Lead specializing in predictive modeling.</a:t>
            </a:r>
          </a:p>
          <a:p>
            <a:r>
              <a:rPr sz="1800"/>
              <a:t>Marcus Sterling (Senior Manager) - Data Architecture &amp; Cloud Infrastructure Specialist.</a:t>
            </a:r>
          </a:p>
          <a:p>
            <a:r>
              <a:rPr sz="1800"/>
              <a:t>Nadia Karim (Manager) - Enterprise Operations &amp; Value Realization Lead.</a:t>
            </a:r>
          </a:p>
          <a:p>
            <a:r>
              <a:rPr sz="1800"/>
              <a:t>Full curriculum vitae documents for all team members are provided in the appendix.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Fixed fees per phase: Diagnose (AED 350,000), Discover (AED 450,000), Design (AED 500,000), Deliver (AED 400,000).</a:t>
            </a:r>
          </a:p>
          <a:p>
            <a:r>
              <a:rPr sz="1800"/>
              <a:t>Total engagement fee: AED 1,700,000 excluding reimbursable expenses.</a:t>
            </a:r>
          </a:p>
          <a:p>
            <a:r>
              <a:rPr sz="1800"/>
              <a:t>Payment structure: 30% upon agreement signature, with subsequent installments tied to phase completions.</a:t>
            </a:r>
          </a:p>
          <a:p>
            <a:r>
              <a:rPr sz="1800"/>
              <a:t>Our professional fees are fully benchmarked against prevailing regional market rates for tier-one advisory.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Delivered a comprehensive AI roadmap for a major regional GCC bank for another client.</a:t>
            </a:r>
          </a:p>
          <a:p>
            <a:r>
              <a:rPr sz="1800"/>
              <a:t>Identified and prioritized high-impact AI use cases for a leading Saudi retail enterprise.</a:t>
            </a:r>
          </a:p>
          <a:p>
            <a:r>
              <a:rPr sz="1800"/>
              <a:t>Designed an advanced natural language processing chatbot for a public sector government entity.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Meridian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Deep domain expertise combining regional logistics context with world-class artificial intelligence capabilities.</a:t>
            </a:r>
          </a:p>
          <a:p>
            <a:r>
              <a:rPr sz="1800"/>
              <a:t>Rigorous, independent methodology focused on measurable EBITDA uplift and operational pragmatism.</a:t>
            </a:r>
          </a:p>
          <a:p>
            <a:r>
              <a:rPr sz="1800"/>
              <a:t>Committed leadership team dedicated to sustainable capability transfer and client empowerment.</a:t>
            </a:r>
          </a:p>
          <a:p>
            <a:r>
              <a:rPr sz="1800"/>
              <a:t>We welcome the opportunity to discuss this proposal further and schedule a follow-up meeting.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